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71" r:id="rId5"/>
    <p:sldId id="272" r:id="rId6"/>
    <p:sldId id="266" r:id="rId7"/>
    <p:sldId id="273" r:id="rId8"/>
    <p:sldId id="277" r:id="rId9"/>
    <p:sldId id="275" r:id="rId10"/>
    <p:sldId id="274" r:id="rId11"/>
    <p:sldId id="276" r:id="rId12"/>
    <p:sldId id="261" r:id="rId13"/>
  </p:sldIdLst>
  <p:sldSz cx="9144000" cy="5143500" type="screen16x9"/>
  <p:notesSz cx="5143500" cy="9144000"/>
  <p:embeddedFontLst>
    <p:embeddedFont>
      <p:font typeface="Cabin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Ubuntu Mono" panose="020B0309030602030204" pitchFamily="49" charset="0"/>
      <p:regular r:id="rId20"/>
      <p:bold r:id="rId21"/>
    </p:embeddedFont>
    <p:embeddedFont>
      <p:font typeface="Unbounde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711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1.svg"/><Relationship Id="rId7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84401" y="1462683"/>
            <a:ext cx="6436022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Deploying MiroTalk C2C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466677" y="2571750"/>
            <a:ext cx="4550073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complete, step-by-step guide to deploying a self-hosted peer-to-peer video conferencing server — using Proxmox VE, Ubuntu, Docker, and Containerlab.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7395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13185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Four components work together to deliver a fully isolated, reproducible video conferencing environment.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720825"/>
            <a:ext cx="299219" cy="299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2207047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Proxmox VE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577" y="2516758"/>
            <a:ext cx="39548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Hypervisor layer for creating and managing Ubuntu virtual machines.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464" y="1720825"/>
            <a:ext cx="299219" cy="299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5464" y="2207047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Ubuntu VM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5464" y="2516758"/>
            <a:ext cx="3954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host OS running all containers — clean, minimal, and fully updated.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294757"/>
            <a:ext cx="299219" cy="2992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577" y="3780979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Docker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23577" y="4090690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Container runtime that isolates MiroTalk and its dependencies.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5464" y="3294757"/>
            <a:ext cx="299219" cy="2992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5464" y="3780979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Containerlab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5464" y="4090690"/>
            <a:ext cx="3954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Topology orchestrator that defines and deploys the virtual network lab.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426913"/>
            <a:ext cx="4667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Verify &amp; Update the Ubuntu VM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523577" y="847130"/>
            <a:ext cx="51250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Before installing any tooling, bring the VM up to date and confirm its network identity.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073646"/>
            <a:ext cx="4667845" cy="8553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0162" y="1193081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Update package lists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700162" y="1430908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8" name="Text 4"/>
          <p:cNvSpPr/>
          <p:nvPr/>
        </p:nvSpPr>
        <p:spPr>
          <a:xfrm>
            <a:off x="826368" y="1536055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002854"/>
            <a:ext cx="4667845" cy="8553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162" y="2122289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Upgrade all packages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700162" y="2360116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12" name="Text 7"/>
          <p:cNvSpPr/>
          <p:nvPr/>
        </p:nvSpPr>
        <p:spPr>
          <a:xfrm>
            <a:off x="826368" y="2465263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upgrade -y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932063"/>
            <a:ext cx="4667845" cy="8553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0162" y="3051497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Verify OS release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700162" y="3289325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16" name="Text 10"/>
          <p:cNvSpPr/>
          <p:nvPr/>
        </p:nvSpPr>
        <p:spPr>
          <a:xfrm>
            <a:off x="826368" y="3394472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lsb_release -a</a:t>
            </a:r>
            <a:endParaRPr lang="en-US" sz="8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432" y="3866964"/>
            <a:ext cx="4667845" cy="85531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0162" y="3980706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Check network interfaces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700162" y="4218533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20" name="Text 13"/>
          <p:cNvSpPr/>
          <p:nvPr/>
        </p:nvSpPr>
        <p:spPr>
          <a:xfrm>
            <a:off x="826368" y="4323680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addr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5F1F83C-EA68-CF85-D14C-9B6424535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422" y="1172820"/>
            <a:ext cx="3946264" cy="6325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7D0458F-A65D-C4E9-3B58-11DC22C7E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7862" y="2571750"/>
            <a:ext cx="2530059" cy="102878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7A6A6E7-454B-4459-8099-0FA7193B28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7628" y="2221737"/>
            <a:ext cx="2362405" cy="32768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6EBB94E-02B9-3E3F-CAFF-0C6E491B5B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600538"/>
            <a:ext cx="4561493" cy="15429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EE6A89-8673-B026-C43C-435E3D6FE810}"/>
              </a:ext>
            </a:extLst>
          </p:cNvPr>
          <p:cNvSpPr/>
          <p:nvPr/>
        </p:nvSpPr>
        <p:spPr>
          <a:xfrm>
            <a:off x="523577" y="426913"/>
            <a:ext cx="4667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chemeClr val="bg1"/>
                </a:solidFill>
                <a:latin typeface="Ubuntu Mono" panose="020B0309030602030204" pitchFamily="49" charset="0"/>
              </a:rPr>
              <a:t>Give the Server a Hostname</a:t>
            </a:r>
            <a:endParaRPr lang="en-US" sz="1900" dirty="0">
              <a:solidFill>
                <a:schemeClr val="bg1"/>
              </a:solidFill>
              <a:latin typeface="Ubuntu Mono" panose="020B0309030602030204" pitchFamily="49" charset="0"/>
            </a:endParaRP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0459FE3-2CFA-4786-F156-AFFE3770E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073646"/>
            <a:ext cx="4667845" cy="85531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92B2717-0B8D-5E98-EF58-6DA76B92E50D}"/>
              </a:ext>
            </a:extLst>
          </p:cNvPr>
          <p:cNvSpPr/>
          <p:nvPr/>
        </p:nvSpPr>
        <p:spPr>
          <a:xfrm>
            <a:off x="700162" y="1193081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Edit host file</a:t>
            </a:r>
            <a:endParaRPr lang="en-US" sz="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180D076-EBC4-8CFC-4DEF-0D85E93E36A6}"/>
              </a:ext>
            </a:extLst>
          </p:cNvPr>
          <p:cNvSpPr/>
          <p:nvPr/>
        </p:nvSpPr>
        <p:spPr>
          <a:xfrm>
            <a:off x="700162" y="1430908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C97F15-07DA-A2DB-9198-61D7E1685614}"/>
              </a:ext>
            </a:extLst>
          </p:cNvPr>
          <p:cNvSpPr/>
          <p:nvPr/>
        </p:nvSpPr>
        <p:spPr>
          <a:xfrm>
            <a:off x="826368" y="1536055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 </a:t>
            </a:r>
            <a:r>
              <a:rPr lang="en-US" sz="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sudo</a:t>
            </a:r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nano /</a:t>
            </a:r>
            <a:r>
              <a:rPr lang="en-US" sz="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etc</a:t>
            </a:r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/hosts</a:t>
            </a:r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AD3B286C-A84A-261D-AE10-3C08C30FB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002854"/>
            <a:ext cx="4667845" cy="855315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2DA53C67-3DB5-7270-0E16-08E9BC1DD652}"/>
              </a:ext>
            </a:extLst>
          </p:cNvPr>
          <p:cNvSpPr/>
          <p:nvPr/>
        </p:nvSpPr>
        <p:spPr>
          <a:xfrm>
            <a:off x="700162" y="2122289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packages</a:t>
            </a:r>
            <a:endParaRPr lang="en-US" sz="9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9161643-4D76-B5B2-126F-644AB9BF3569}"/>
              </a:ext>
            </a:extLst>
          </p:cNvPr>
          <p:cNvSpPr/>
          <p:nvPr/>
        </p:nvSpPr>
        <p:spPr>
          <a:xfrm>
            <a:off x="700162" y="2360116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2F3217E-DE55-5A26-8CDA-15A4D2BEB7A2}"/>
              </a:ext>
            </a:extLst>
          </p:cNvPr>
          <p:cNvSpPr/>
          <p:nvPr/>
        </p:nvSpPr>
        <p:spPr>
          <a:xfrm>
            <a:off x="826368" y="2465263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 err="1">
                <a:solidFill>
                  <a:srgbClr val="FFA657"/>
                </a:solidFill>
                <a:latin typeface="Consolas" pitchFamily="34" charset="0"/>
              </a:rPr>
              <a:t>Systemctl</a:t>
            </a:r>
            <a:r>
              <a:rPr lang="en-US" sz="800" dirty="0">
                <a:solidFill>
                  <a:srgbClr val="FFA657"/>
                </a:solidFill>
                <a:latin typeface="Consolas" pitchFamily="34" charset="0"/>
              </a:rPr>
              <a:t> status </a:t>
            </a:r>
            <a:r>
              <a:rPr lang="en-US" sz="800" dirty="0" err="1">
                <a:solidFill>
                  <a:srgbClr val="FFA657"/>
                </a:solidFill>
                <a:latin typeface="Consolas" pitchFamily="34" charset="0"/>
              </a:rPr>
              <a:t>ssh.socket</a:t>
            </a:r>
            <a:endParaRPr lang="en-US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A6F47B0-5C30-B3C7-325E-A8314D99B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523" y="1123825"/>
            <a:ext cx="3895427" cy="14479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11E3158-8679-79BF-CC62-B9ABBB7CF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699" y="2941364"/>
            <a:ext cx="6934801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45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06C47D-331C-7471-9F76-75A7C26BB6F6}"/>
              </a:ext>
            </a:extLst>
          </p:cNvPr>
          <p:cNvSpPr/>
          <p:nvPr/>
        </p:nvSpPr>
        <p:spPr>
          <a:xfrm>
            <a:off x="523577" y="426913"/>
            <a:ext cx="4667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Allow </a:t>
            </a:r>
            <a:r>
              <a:rPr lang="en-US" sz="19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Requird</a:t>
            </a: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ports</a:t>
            </a:r>
            <a:endParaRPr lang="en-US" sz="1900" dirty="0"/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BF4F64E-1214-1F46-E6E0-CD10CD983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073646"/>
            <a:ext cx="4667845" cy="85531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8679FA56-871C-B258-5C8B-1A85B18A1C33}"/>
              </a:ext>
            </a:extLst>
          </p:cNvPr>
          <p:cNvSpPr/>
          <p:nvPr/>
        </p:nvSpPr>
        <p:spPr>
          <a:xfrm>
            <a:off x="700162" y="1193081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Allow HTTP</a:t>
            </a:r>
            <a:endParaRPr lang="en-US" sz="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9269D8-D51D-13D7-EECC-525B5314FA53}"/>
              </a:ext>
            </a:extLst>
          </p:cNvPr>
          <p:cNvSpPr/>
          <p:nvPr/>
        </p:nvSpPr>
        <p:spPr>
          <a:xfrm>
            <a:off x="700162" y="1430908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03BC97-8E38-C8CC-8BA3-A01E139B1519}"/>
              </a:ext>
            </a:extLst>
          </p:cNvPr>
          <p:cNvSpPr/>
          <p:nvPr/>
        </p:nvSpPr>
        <p:spPr>
          <a:xfrm>
            <a:off x="826368" y="1536055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00" dirty="0">
                <a:solidFill>
                  <a:schemeClr val="bg1"/>
                </a:solidFill>
              </a:rPr>
              <a:t>$ </a:t>
            </a:r>
            <a:r>
              <a:rPr lang="en-US" sz="800" dirty="0" err="1">
                <a:solidFill>
                  <a:schemeClr val="bg1"/>
                </a:solidFill>
              </a:rPr>
              <a:t>sudo</a:t>
            </a:r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ufw</a:t>
            </a:r>
            <a:r>
              <a:rPr lang="en-US" sz="800" dirty="0">
                <a:solidFill>
                  <a:schemeClr val="bg1"/>
                </a:solidFill>
              </a:rPr>
              <a:t> allow 80/</a:t>
            </a:r>
            <a:r>
              <a:rPr lang="en-US" sz="800" dirty="0" err="1">
                <a:solidFill>
                  <a:schemeClr val="bg1"/>
                </a:solidFill>
              </a:rPr>
              <a:t>tcp</a:t>
            </a:r>
            <a:r>
              <a:rPr lang="en-US" sz="8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4D6F5C5B-417D-6DC3-BEAA-5582E8B3A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002854"/>
            <a:ext cx="4667845" cy="855315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85607A21-2DE7-B2A4-AA69-19F1847C3E6C}"/>
              </a:ext>
            </a:extLst>
          </p:cNvPr>
          <p:cNvSpPr/>
          <p:nvPr/>
        </p:nvSpPr>
        <p:spPr>
          <a:xfrm>
            <a:off x="700162" y="2122289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Allow HTTPS</a:t>
            </a:r>
            <a:endParaRPr lang="en-US" sz="9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B1BBB47-57D9-5C90-97EB-EB10EACD8656}"/>
              </a:ext>
            </a:extLst>
          </p:cNvPr>
          <p:cNvSpPr/>
          <p:nvPr/>
        </p:nvSpPr>
        <p:spPr>
          <a:xfrm>
            <a:off x="700162" y="2360116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F93AFE6-B0E2-A649-F945-9216EB923753}"/>
              </a:ext>
            </a:extLst>
          </p:cNvPr>
          <p:cNvSpPr/>
          <p:nvPr/>
        </p:nvSpPr>
        <p:spPr>
          <a:xfrm>
            <a:off x="826368" y="2465263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00" dirty="0">
                <a:solidFill>
                  <a:schemeClr val="bg1"/>
                </a:solidFill>
              </a:rPr>
              <a:t>$ </a:t>
            </a:r>
            <a:r>
              <a:rPr lang="en-US" sz="800" dirty="0" err="1">
                <a:solidFill>
                  <a:schemeClr val="bg1"/>
                </a:solidFill>
              </a:rPr>
              <a:t>sudo</a:t>
            </a:r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ufw</a:t>
            </a:r>
            <a:r>
              <a:rPr lang="en-US" sz="800" dirty="0">
                <a:solidFill>
                  <a:schemeClr val="bg1"/>
                </a:solidFill>
              </a:rPr>
              <a:t> allow 443/</a:t>
            </a:r>
            <a:r>
              <a:rPr lang="en-US" sz="800" dirty="0" err="1">
                <a:solidFill>
                  <a:schemeClr val="bg1"/>
                </a:solidFill>
              </a:rPr>
              <a:t>tcp</a:t>
            </a:r>
            <a:r>
              <a:rPr lang="en-US" sz="8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EBF361ED-47C4-650D-D53A-8AE66C676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932063"/>
            <a:ext cx="4667845" cy="855315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DA20D25D-F84D-AA0C-7046-DCB3F7B2DD5E}"/>
              </a:ext>
            </a:extLst>
          </p:cNvPr>
          <p:cNvSpPr/>
          <p:nvPr/>
        </p:nvSpPr>
        <p:spPr>
          <a:xfrm>
            <a:off x="700162" y="3051497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Allow UDP</a:t>
            </a:r>
            <a:endParaRPr lang="en-US" sz="9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7F92C8CD-08F7-774F-DD9A-5AE1BC54E844}"/>
              </a:ext>
            </a:extLst>
          </p:cNvPr>
          <p:cNvSpPr/>
          <p:nvPr/>
        </p:nvSpPr>
        <p:spPr>
          <a:xfrm>
            <a:off x="700162" y="3289325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7577D22-AC16-3956-0448-4CDF05D52694}"/>
              </a:ext>
            </a:extLst>
          </p:cNvPr>
          <p:cNvSpPr/>
          <p:nvPr/>
        </p:nvSpPr>
        <p:spPr>
          <a:xfrm>
            <a:off x="826368" y="3394472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00" dirty="0">
                <a:solidFill>
                  <a:schemeClr val="bg1"/>
                </a:solidFill>
              </a:rPr>
              <a:t>$ </a:t>
            </a:r>
            <a:r>
              <a:rPr lang="en-US" sz="800" dirty="0" err="1">
                <a:solidFill>
                  <a:schemeClr val="bg1"/>
                </a:solidFill>
              </a:rPr>
              <a:t>sudo</a:t>
            </a:r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ufw</a:t>
            </a:r>
            <a:r>
              <a:rPr lang="en-US" sz="800" dirty="0">
                <a:solidFill>
                  <a:schemeClr val="bg1"/>
                </a:solidFill>
              </a:rPr>
              <a:t> allow 10000/</a:t>
            </a:r>
            <a:r>
              <a:rPr lang="en-US" sz="800" dirty="0" err="1">
                <a:solidFill>
                  <a:schemeClr val="bg1"/>
                </a:solidFill>
              </a:rPr>
              <a:t>udp</a:t>
            </a:r>
            <a:r>
              <a:rPr lang="en-US" sz="8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03F3C884-F531-63C5-D849-D751DE32B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32" y="3866964"/>
            <a:ext cx="4667845" cy="855315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CF9E194F-E051-E8E0-EBD1-3E0A49982307}"/>
              </a:ext>
            </a:extLst>
          </p:cNvPr>
          <p:cNvSpPr/>
          <p:nvPr/>
        </p:nvSpPr>
        <p:spPr>
          <a:xfrm>
            <a:off x="700162" y="3980706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Enable firewall</a:t>
            </a:r>
            <a:endParaRPr lang="en-US" sz="9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697A8E2C-8CC3-8DD1-3F77-CAD07C1D6499}"/>
              </a:ext>
            </a:extLst>
          </p:cNvPr>
          <p:cNvSpPr/>
          <p:nvPr/>
        </p:nvSpPr>
        <p:spPr>
          <a:xfrm>
            <a:off x="700162" y="4218533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9C5E66A-E49F-87FE-25FD-210FD8743F59}"/>
              </a:ext>
            </a:extLst>
          </p:cNvPr>
          <p:cNvSpPr/>
          <p:nvPr/>
        </p:nvSpPr>
        <p:spPr>
          <a:xfrm>
            <a:off x="826368" y="4323680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00" dirty="0">
                <a:solidFill>
                  <a:schemeClr val="bg1"/>
                </a:solidFill>
              </a:rPr>
              <a:t>$ </a:t>
            </a:r>
            <a:r>
              <a:rPr lang="en-US" sz="800" dirty="0" err="1">
                <a:solidFill>
                  <a:schemeClr val="bg1"/>
                </a:solidFill>
              </a:rPr>
              <a:t>sudo</a:t>
            </a:r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 err="1">
                <a:solidFill>
                  <a:schemeClr val="bg1"/>
                </a:solidFill>
              </a:rPr>
              <a:t>ufw</a:t>
            </a:r>
            <a:r>
              <a:rPr lang="en-US" sz="800" dirty="0">
                <a:solidFill>
                  <a:schemeClr val="bg1"/>
                </a:solidFill>
              </a:rPr>
              <a:t> enable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36AD474-AC4A-6E9E-C2EC-3B6662005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665" y="4102681"/>
            <a:ext cx="3551228" cy="44199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BCA5B3A-F701-C33D-1E1C-E9A3C7AE1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628" y="3138721"/>
            <a:ext cx="2880610" cy="44199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94BF1F-1640-E9D0-9B66-7A2E7AAD4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9482" y="275582"/>
            <a:ext cx="2705334" cy="83827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DC5563C-27FF-D13C-EA94-FB14DD9568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4240" y="1303166"/>
            <a:ext cx="2720576" cy="39627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BC94615-3F47-5B62-6903-070D366ABB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7628" y="2189132"/>
            <a:ext cx="2949196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7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98597D-326E-2844-99A9-A72D4A5974E7}"/>
              </a:ext>
            </a:extLst>
          </p:cNvPr>
          <p:cNvSpPr/>
          <p:nvPr/>
        </p:nvSpPr>
        <p:spPr>
          <a:xfrm>
            <a:off x="523577" y="426913"/>
            <a:ext cx="4667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Install NodeJS</a:t>
            </a:r>
            <a:endParaRPr lang="en-US" sz="190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98D77F0F-DBAA-A2B2-25DB-1909075BE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073646"/>
            <a:ext cx="4667845" cy="855315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F478AADA-0CFD-D67D-FDAD-6E029BD24682}"/>
              </a:ext>
            </a:extLst>
          </p:cNvPr>
          <p:cNvSpPr/>
          <p:nvPr/>
        </p:nvSpPr>
        <p:spPr>
          <a:xfrm>
            <a:off x="700162" y="1430908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91C39E5-A0F4-B459-8044-370948587258}"/>
              </a:ext>
            </a:extLst>
          </p:cNvPr>
          <p:cNvSpPr/>
          <p:nvPr/>
        </p:nvSpPr>
        <p:spPr>
          <a:xfrm>
            <a:off x="826368" y="1536055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s-E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</a:t>
            </a:r>
            <a:r>
              <a:rPr lang="es-ES" sz="800" dirty="0" err="1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</a:t>
            </a:r>
            <a:r>
              <a:rPr lang="es-E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ES" sz="800" dirty="0" err="1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r>
              <a:rPr lang="es-E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-y </a:t>
            </a:r>
            <a:r>
              <a:rPr lang="es-ES" sz="800" dirty="0" err="1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nodejs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39519E1-43FC-E7E4-F249-6622B91D6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96" y="2012156"/>
            <a:ext cx="7795936" cy="30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9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7A9FDE-1ECC-EE4A-BDB8-4B9705C0F4AB}"/>
              </a:ext>
            </a:extLst>
          </p:cNvPr>
          <p:cNvSpPr/>
          <p:nvPr/>
        </p:nvSpPr>
        <p:spPr>
          <a:xfrm>
            <a:off x="523577" y="426913"/>
            <a:ext cx="4667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</a:rPr>
              <a:t>Install </a:t>
            </a:r>
            <a:r>
              <a:rPr lang="en-US" sz="1900" dirty="0" err="1">
                <a:solidFill>
                  <a:srgbClr val="FFFFFF"/>
                </a:solidFill>
                <a:latin typeface="Unbounded" pitchFamily="34" charset="0"/>
              </a:rPr>
              <a:t>MiroTalk</a:t>
            </a:r>
            <a:r>
              <a:rPr lang="en-US" sz="1900" dirty="0">
                <a:solidFill>
                  <a:srgbClr val="FFFFFF"/>
                </a:solidFill>
                <a:latin typeface="Unbounded" pitchFamily="34" charset="0"/>
              </a:rPr>
              <a:t> C2C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53BBB27-2733-6C7E-CA21-B8E738C29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073646"/>
            <a:ext cx="4667845" cy="85531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7B615978-D954-CA5A-67F3-5666B72AE0CC}"/>
              </a:ext>
            </a:extLst>
          </p:cNvPr>
          <p:cNvSpPr/>
          <p:nvPr/>
        </p:nvSpPr>
        <p:spPr>
          <a:xfrm>
            <a:off x="700162" y="1193081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859C1F-33AD-7F1C-E9BC-3411F3936539}"/>
              </a:ext>
            </a:extLst>
          </p:cNvPr>
          <p:cNvSpPr/>
          <p:nvPr/>
        </p:nvSpPr>
        <p:spPr>
          <a:xfrm>
            <a:off x="700162" y="1430908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E2ED13-A891-9C67-6CE0-E89EA81F98F7}"/>
              </a:ext>
            </a:extLst>
          </p:cNvPr>
          <p:cNvSpPr/>
          <p:nvPr/>
        </p:nvSpPr>
        <p:spPr>
          <a:xfrm>
            <a:off x="826368" y="1536055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https://github.com/miroslavpejic85/mirotalkc2c.git</a:t>
            </a:r>
            <a:endParaRPr lang="en-US" sz="8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154A771F-C774-404D-C0F0-C560B0EA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002854"/>
            <a:ext cx="4667845" cy="855315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0E8F42F1-7B0A-7ACD-FE8C-ED5937D71859}"/>
              </a:ext>
            </a:extLst>
          </p:cNvPr>
          <p:cNvSpPr/>
          <p:nvPr/>
        </p:nvSpPr>
        <p:spPr>
          <a:xfrm>
            <a:off x="700162" y="2122289"/>
            <a:ext cx="4371826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Enter the project directory</a:t>
            </a:r>
            <a:endParaRPr lang="en-US" sz="95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29B8D00-B71A-2797-B4D1-32E2CE557DE3}"/>
              </a:ext>
            </a:extLst>
          </p:cNvPr>
          <p:cNvSpPr/>
          <p:nvPr/>
        </p:nvSpPr>
        <p:spPr>
          <a:xfrm>
            <a:off x="700162" y="2360116"/>
            <a:ext cx="4371826" cy="378619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AB5580-FE8F-5A8B-FA8F-DDA6E402CBAD}"/>
              </a:ext>
            </a:extLst>
          </p:cNvPr>
          <p:cNvSpPr/>
          <p:nvPr/>
        </p:nvSpPr>
        <p:spPr>
          <a:xfrm>
            <a:off x="826368" y="2465263"/>
            <a:ext cx="411941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mirotalkc2c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8DDC91-1A91-1A28-1F13-AB6054F27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42" y="3016403"/>
            <a:ext cx="6027942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2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A5158-8E34-7218-E560-E3E300815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618"/>
            <a:ext cx="9144000" cy="473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8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D18DE8-CF61-A02B-4F6D-75398C48E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34" y="2036985"/>
            <a:ext cx="6835732" cy="218713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FFBB2FC-B255-041C-8CC2-389262C1BABA}"/>
              </a:ext>
            </a:extLst>
          </p:cNvPr>
          <p:cNvSpPr/>
          <p:nvPr/>
        </p:nvSpPr>
        <p:spPr>
          <a:xfrm>
            <a:off x="1094254" y="919385"/>
            <a:ext cx="4371826" cy="855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chemeClr val="bg1"/>
                </a:solidFill>
              </a:rPr>
              <a:t>Create a Public Link Using </a:t>
            </a:r>
            <a:r>
              <a:rPr lang="en-US" sz="2000" dirty="0" err="1">
                <a:solidFill>
                  <a:schemeClr val="bg1"/>
                </a:solidFill>
              </a:rPr>
              <a:t>Ngrok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8982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C05BFC-A99B-D794-EA55-F1276A73E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11"/>
            <a:ext cx="9144000" cy="493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E0FEB2-CE02-32E2-055B-C6E92D72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439" y="1043807"/>
            <a:ext cx="4397121" cy="30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49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0389"/>
            <a:ext cx="8096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Create the Network Topology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3577" y="1150293"/>
            <a:ext cx="855404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</a:t>
            </a: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lab.clab.yml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file is the blueprint for your entire lab. It defines two nodes — a router and a server — connected over a virtual Ethernet link.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3577" y="1510010"/>
            <a:ext cx="8096845" cy="3143101"/>
          </a:xfrm>
          <a:prstGeom prst="roundRect">
            <a:avLst>
              <a:gd name="adj" fmla="val 658"/>
            </a:avLst>
          </a:prstGeom>
          <a:solidFill>
            <a:srgbClr val="1E3543"/>
          </a:solidFill>
          <a:ln/>
        </p:spPr>
      </p:sp>
      <p:sp>
        <p:nvSpPr>
          <p:cNvPr id="5" name="Text 3"/>
          <p:cNvSpPr/>
          <p:nvPr/>
        </p:nvSpPr>
        <p:spPr>
          <a:xfrm>
            <a:off x="689074" y="1647899"/>
            <a:ext cx="7765852" cy="286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mirotalk-project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topology: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nodes: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router: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kind: linux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image: ubuntu:24.04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server: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kind: linux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image: ubuntu:24.04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links: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endpoints:[ router:eth1,server:eth1]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332</Words>
  <Application>Microsoft Office PowerPoint</Application>
  <PresentationFormat>On-screen Show (16:9)</PresentationFormat>
  <Paragraphs>60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Cabin</vt:lpstr>
      <vt:lpstr>Consolas</vt:lpstr>
      <vt:lpstr>Arial</vt:lpstr>
      <vt:lpstr>Unbounded</vt:lpstr>
      <vt:lpstr>Ubuntu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Mohammed Daraghmeh</dc:creator>
  <cp:lastModifiedBy>Mohammed Daraghmeh</cp:lastModifiedBy>
  <cp:revision>5</cp:revision>
  <dcterms:created xsi:type="dcterms:W3CDTF">2026-08-02T14:34:28Z</dcterms:created>
  <dcterms:modified xsi:type="dcterms:W3CDTF">2026-08-04T19:59:50Z</dcterms:modified>
</cp:coreProperties>
</file>